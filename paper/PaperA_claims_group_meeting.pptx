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05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PAPER-A  ·  GROUP MEETING SYNC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Feel It, See It, Recover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02920" y="20116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Failure Attribution for Safe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Quadrupedal Navigation Recovery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8803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of study: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conflicts between body sensing and vision to choose the right recovery — not a full navigation-system paper.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stack: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A0–A7 complete on real Unitree Go2 + Isaac / RTX  ·  A8 optional hardware snapshots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461772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C1–C5  ·  Designs A0–A7  ·  Results  ·  Claim bridges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Problem &amp; evaluation currency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attribution — not closed-loop reach — is the object of study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4114800" cy="2148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601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FAILURE MODE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quadruped can “see” safe terrain while its body feels a different physics — or the reverse.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Proprioception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body sensing (joint torques, contact, effort).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RGB / appearance of the scene.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naming the physical cause so the right recovery is selected.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4114800" cy="21488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6012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CURRENCY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12344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 failure snapshots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record one decision window at anomaly onset; re-score many agents on the same disk set.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Interventional consequence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swap only the attributed label and measure physical cost (fall, strand, detour), not “agent race” navigation scores.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29184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PAPER IS / IS NOT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356616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cross-modal conflict resolution as a learned semantic operation + causal link to recovery safety.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not: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SLAM / map / CBF-shield / locomotion-policy paper. The full KiNO stack (monitor, VLA planner, shield) is infrastructure.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Vision–Language–Action model (here: Qwen3-VL-4B with LoRA + Kino-Tokens).  </a:t>
            </a:r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Kino-Tokens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learned latent body summary injected into the VLA.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Paper-A progress sync  ·  real-stack evidence only  ·  A8 optional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Claims C1–C5 (plain English)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claim has independent experimental legs (see later slides)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64008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98755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868680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Necessity, both directions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43000" y="11155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failures are invisible to body-only models (matched sticky vs soft terrain). Others need body sensing because vision is wrong or blind. Neither modality is enough alone.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64008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7373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1618488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conflict resolution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43000" y="186537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a vision channel ≠ using it for evidence weighing. Conflict competence must be trained; bidirectional conflict is the stress test.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22576"/>
            <a:ext cx="64008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487168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368296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⇒ recovery / safety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43000" y="261518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cause labels change physical outcomes under a fixed scene (label-swap). Costs are asymmetric → principled safe defaults under uncertainty.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72384"/>
            <a:ext cx="64008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236976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118104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Generalization + abstention + boundary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143000" y="336499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 held-out looks/compositions; abstain when uncertain; locate when to intervene vs continue (θ* on effort decay; O2 is modality-dependent).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22192"/>
            <a:ext cx="64008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98678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43000" y="3867912"/>
            <a:ext cx="7589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opponent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43000" y="411480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pure-body baseline B1 is strong on ordinary cases (~0.76 fidelity), so its failure on matched conflicts is by construction — not under-training.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1148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Paper-A progress sync  ·  real-stack evidence only  ·  A8 optional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A0 — Shared evaluation infrastructure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every later number is trustworthy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2743200" cy="35204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68680"/>
            <a:ext cx="274320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9326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A0.1 Determinism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3716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75488" y="1554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scenario in different run orders must agree.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2860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4688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deep_reset + fixed geometry: max|Δ|=0; same-op C2ST ≈ 0.5. Controls fail when residual left in place.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6576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3840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 all closed-loop numbers (A4/A6).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46120" y="868680"/>
            <a:ext cx="2743200" cy="35204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868680"/>
            <a:ext cx="274320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9326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A0.2 Triggers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55848" y="13716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55848" y="1554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is scored given an event.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55848" y="22860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24688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Oracle-primary (privileged onset). Optional realistic monitor for robustness only.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55848" y="36576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55848" y="3840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Isolates attribution from detector tuning.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868680"/>
            <a:ext cx="2743200" cy="35204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868680"/>
            <a:ext cx="2743200" cy="36576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6" name="Text 24"/>
          <p:cNvSpPr/>
          <p:nvPr/>
        </p:nvSpPr>
        <p:spPr>
          <a:xfrm>
            <a:off x="6236208" y="93268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A0.3–A0.5 Corpus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236208" y="13716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36208" y="15544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agents see the same frozen set.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22860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36208" y="2468880"/>
            <a:ext cx="2514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≥100 snapshots / taxonomy cell; appearance train/test split; success &amp; admissible-recovery registry.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36208" y="36576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36208" y="38404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McNemar paired tests; blocks color shortcuts.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1148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Paper-A progress sync  ·  real-stack evidence only  ·  A8 optional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C1 — Necessity (both directions)  ·  Experiment A1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pairs + mirror taxonomy cells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8412480" cy="6400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motive: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neither pure vision nor pure proprioception subsumes the other — with certified indistinguishability, not intuition.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41148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O4 sticky  ↔  O2 soft terrain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1488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pair: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force-law family; body stream made to match.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Proprio byte-identical: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max|Δobs48+τ| = 0.0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C2ST (classifier two-sample test)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0.5 on body features (cannot tell them apart).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(CLIP)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perfectly (AUC = 1.0).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691640"/>
            <a:ext cx="4114800" cy="228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 mirror: O7 / O8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00600" y="2148840"/>
            <a:ext cx="3840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misleading or blind; body is decisive.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1-D CNN proprio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attribution ≈ 1.0 on the decisive side.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vision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chance / blind on same-appearance pairs (~0.31).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O3↔O1 demoted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certification failed to close — taxonomy stands on O4↔O2 + T3.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4160520"/>
            <a:ext cx="8412480" cy="50292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422452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bridge: If either modality alone sufficed, one of these constructions would collapse. Falsifier = proprio C2ST ≫ 0.5 on matched O4↔O2, or vision solving T3 mirror alone.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Paper-A progress sync  ·  real-stack evidence only  ·  A8 optional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C2 — Learned conflict resolution  ·  A2 + A3 (+ C5)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Three-row scale-up and bidirectional evidence weighing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8412480" cy="438912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77824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n=240 matched conflict snapshots; appearance held-out; open-loop single decisions. Separates “has vision” from “uses vision for conflict.”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8412480" cy="40233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99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pure proprio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840480" y="1371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417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body-only baseline (C5 fair opponent; unshaped fidelity ≈0.76)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764792"/>
            <a:ext cx="8412480" cy="402336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8379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B5-unshaped / vision-capable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181051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D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0.80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85623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vision + body; no conflict curriculum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203704"/>
            <a:ext cx="8412480" cy="402336"/>
          </a:xfrm>
          <a:prstGeom prst="rect">
            <a:avLst/>
          </a:prstGeom>
          <a:solidFill>
            <a:srgbClr val="00000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27685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B5-conflict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0" y="224942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22951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 + matched conflict samples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26974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McNemar B1 vs B5-conflict: b=0, c=24, p&lt;1e-5  ·  3 seeds all 0.90  ·  held-out appearance split survives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971800"/>
            <a:ext cx="8412480" cy="777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035808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 bidirectional battery (T3)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324612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B-V fails T3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(O7≈0.19 / O8≈0.00).  </a:t>
            </a:r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complements on O8 (100%).  </a:t>
            </a:r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B5-conflict-bi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T3 ≈ 0.92 and is proprio-driven across 3/3 seeds — not “always trust camera.”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8412480" cy="4114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 bridge: Conflict competence is trained, not free with a vision channel. Falsifier = B5-unshaped matches B5-conflict, or B5-conflict-bi is vision-dominant on reverse probes.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389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C5 bridge: B1 is a strong ordinary-case attributor (≈0.76 fidelity), so its matched-conflict failure is by construction — not under-training. Falsifier = weak B1 on unshaped ops.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1148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Paper-A progress sync  ·  real-stack evidence only  ·  A8 optional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C3 — Attribution causes recovery / safety  ·  A4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Label-swap matrix: same scene, different attributed cause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“agent races” confound many things. A4 freezes the world, oracle-triggers once, and scripts recoveries — only the label ℓ changes. 630 episodes (9 scenarios × 7 labels × N=10).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20574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7373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success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[0.72, 1.00] Wilson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554480"/>
            <a:ext cx="20574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7373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Off-diagonal crux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[0.00, 0.28]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1554480"/>
            <a:ext cx="20574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7373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4×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46320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cost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antisymmetry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49440" y="1554480"/>
            <a:ext cx="2057400" cy="155448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0" y="173736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0.11 vs 0.44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040880" y="23774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Conflict-agent regret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baselines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91840"/>
            <a:ext cx="8412480" cy="12344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42900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default: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uncertainty, prefer the action whose wrong-label cost is lower. Crossover p*(adhesion) ≈ 0.25.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ERS / Regret: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recovery cost / excess cost vs best label — map attributions into physical cost units without a new agent race.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bridge: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attribution were decorative, the label-swap matrix would be flat. Falsifier = diagonal ≈ off-diagonal on crux cells.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Paper-A progress sync  ·  real-stack evidence only  ·  A8 optional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C4 — Generalization, abstention, boundary  ·  A5 + A6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Held-out looks; when to say “I don’t know”; when to intervene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04672"/>
            <a:ext cx="4114800" cy="3063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804672"/>
            <a:ext cx="4114800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8595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 — Generalization &amp; abstention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color shortcuts and show calibrated “hold”.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Appearance OOD: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B-V −0.21 worst; B1 −0.03 least.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OOD-θ residual: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of privileged θ from training support — abstain when large.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LOO-O5: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16.09 → Hold → 100% safe.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Abstention AUROC 0.87;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risk–coverage best expected cost 1.63 &lt; always-intervene 2.80 and never-intervene 1.71.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16/16 held-out operator mixes.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804672"/>
            <a:ext cx="4114800" cy="306324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804672"/>
            <a:ext cx="4114800" cy="32918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Text 10"/>
          <p:cNvSpPr/>
          <p:nvPr/>
        </p:nvSpPr>
        <p:spPr>
          <a:xfrm>
            <a:off x="4800600" y="859536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 — Intervention boundary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00600" y="1234440"/>
            <a:ext cx="38404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θ* must be agent-independent (privileged base).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O10 effort decay θ* = 0.2754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base reach 1.0 above floor 0.3; 0.0 below 0.25.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OOD-θ residual tracks θ*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(0.629 → 0.949; crosses ~0.85).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 modality dependence: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proprio may fire while cross-modal agent attributes mild compliant terrain.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Honest: </a:t>
            </a:r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literal continue/intervene flip weaker; residual-tracks-θ* is the reportable result.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4023360"/>
            <a:ext cx="8412480" cy="6400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 bridge: Attribution must travel OOD and know when to abstain or intervene. Falsifier = appearance OOD kills all agents equally, residual uncorrelated with θ*, or risk–coverage never beats always/never intervene.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Paper-A progress sync  ·  real-stack evidence only  ·  A8 optional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C2 methods — A7 ablations (protocol-clean)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ingredients actually carry conflict competence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1737360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Latent vs 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(M7 route)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286000" y="91440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injection: same VLM, change only body encoding.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49240" y="9144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Vision-only amb. 0.458 vs text/latent 1.0; latent adds θ head; 1.27× fewer tokens than binned text.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1737360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828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Conflict dose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7830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Unique-sample doses {0,5,10,20,40} × 3 seeds; same SFT recipe.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49240" y="17830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mean O4 attr at dose 10 = 0.733; best A4 regret 0.40. Dose 5 unstable under protocol (mean 0.333) — reported honestly.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560320"/>
            <a:ext cx="1737360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697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Truth filter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grounding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6517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ApiOracle CoT kept vs dropped; same checker on emitted thoughts.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26517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Grounded-correct 0.604 → 0.765 after filter; test-time emitted GC up to 0.8.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429000"/>
            <a:ext cx="1737360" cy="77724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566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Encoder grid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A7.1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3520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/ contrastive / scratch × T × gate; posterior abstention.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352044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18/18 cells; θ MAE 0.0279 privileged. Entropy held-out cost 1.469 &lt; safe-default 1.633.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Paper-A progress sync  ·  real-stack evidence only  ·  A8 optional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Claim × experiment map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●   support ○   — every claim has ≥1 strong leg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828800" y="9144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97480" y="9144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566160" y="9144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34840" y="9144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0" y="9144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72200" y="9144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A6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914400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1325880"/>
            <a:ext cx="84124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4356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necessity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28800" y="1417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97480" y="1417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566160" y="1417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34840" y="1417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0" y="1417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72200" y="1417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040880" y="14173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182880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9385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conflict learn.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9748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56616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3484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0352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7220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19202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65760" y="2331720"/>
            <a:ext cx="84124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44144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consequence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828800" y="2423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697480" y="2423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566160" y="2423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434840" y="2423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303520" y="2423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172200" y="2423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40880" y="2423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2834640"/>
            <a:ext cx="84124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29443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gen./boundary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828800" y="2926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2697480" y="2926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566160" y="2926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434840" y="2926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303520" y="2926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6172200" y="2926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040880" y="29260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65760" y="3337560"/>
            <a:ext cx="84124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34472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 fair opponent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828800" y="3429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697480" y="3429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3566160" y="3429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434840" y="3429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03520" y="3429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172200" y="3429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040880" y="342900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365760" y="39776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guide: </a:t>
            </a:r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 is infrastructure for all. A8 (real-world snapshots) is optional and not load-bearing. Method ablations (A7) support C2 without reopening C1/C5.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41148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Paper-A progress sync  ·  real-stack evidence only  ·  A8 optional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Status, honest scope, next steps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done — and what we will not oversell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22960"/>
            <a:ext cx="411480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914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(REAL STACK)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123444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A0–A7 complete on Isaac physical Go2 + RTX.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headline metrics from frozen snapshots / label-swap / privileged sweeps — no CPU surrogate, no ScriptedOracle as primary stream.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Manuscript: problem-first ICRA draft exists (paper/main.tex).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gate: pytest -m "not slow" green.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822960"/>
            <a:ext cx="4114800" cy="3566160"/>
          </a:xfrm>
          <a:prstGeom prst="rect">
            <a:avLst/>
          </a:prstGeom>
          <a:solidFill>
            <a:srgbClr val="F5F5F5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1440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 (NOT HIDDEN)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1234440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A7 dose knee is protocol-matched dose 10; unequal-recipe dose-5 “fixes” are sensitivity only.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latent vs text ties — latent wins on θ + tokens, not forced accuracy gap.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A6: residual tracks θ*; literal snapshot flip weaker.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physics (spring-damper adhesion, etc.) is approximate.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A8 hardware snapshots optional if time free.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human sign-off: deep_reset as standard collection; #49/#52 wording in paper.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Paper-A progress sync  ·  real-stack evidence only  ·  A8 optional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09728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Glossary (quick English glosses)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1480" y="384048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terms used in this deck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Proprioception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069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sensing: joint angles/torques, contact, effort — not cameras.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Vision–Language–Action model that outputs recovery actions from image + body.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0574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Kino-Tokens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2258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compact latent summary of the body window fed into the VLA.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651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C2ST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852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two-sample test: can a model tell two distributions apart? ~0.5 = no.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246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Matched O4↔O2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447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adhesion vs soft compliant terrain built so body streams match.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3840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 / OOD-θ residual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041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physics parameter; residual = how far from training support.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8686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θ*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54880" y="10698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where base policy stops succeeding without intervention (agent-independent).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0" y="14630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Label-swap matrix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54880" y="1664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scene; change only the attributed cause; measure outcomes.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0574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McNemar / Wilson CI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225856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accuracy test / binomial confidence interval on rates.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54880" y="265176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 / Regret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2852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recovery cost / excess cost vs best possible label.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32461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 / B5-conflict-bi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54880" y="3447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pure-proprio baseline / VLA trained on both conflict directions.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84048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Abstention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54880" y="40416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 to act / hold when uncertainty is high; pay safe-default cost.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48280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Paper-A progress sync  ·  real-stack evidence only  ·  A8 optional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A4A4A"/>
      </a:dk2>
      <a:lt2>
        <a:srgbClr val="E6E6E6"/>
      </a:lt2>
      <a:accent1>
        <a:srgbClr val="666666"/>
      </a:accent1>
      <a:accent2>
        <a:srgbClr val="888888"/>
      </a:accent2>
      <a:accent3>
        <a:srgbClr val="A5A5A5"/>
      </a:accent3>
      <a:accent4>
        <a:srgbClr val="AAAAAA"/>
      </a:accent4>
      <a:accent5>
        <a:srgbClr val="888888"/>
      </a:accent5>
      <a:accent6>
        <a:srgbClr val="777777"/>
      </a:accent6>
      <a:hlink>
        <a:srgbClr val="555555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Paper-A Claims and Experiments — Group Meeting Sync</dc:title>
  <dc:subject>Cross-modal failure attribution for safe quadrupedal recovery</dc:subject>
  <dc:creator>KiNO / Paper-A</dc:creator>
  <cp:lastModifiedBy>KiNO / Paper-A</cp:lastModifiedBy>
  <cp:revision>1</cp:revision>
  <dcterms:created xsi:type="dcterms:W3CDTF">2026-07-09T14:20:40Z</dcterms:created>
  <dcterms:modified xsi:type="dcterms:W3CDTF">2026-07-09T14:20:40Z</dcterms:modified>
</cp:coreProperties>
</file>